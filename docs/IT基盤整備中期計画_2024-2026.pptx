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IT投資計画（億円）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ERP刷新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2024年度</c:v>
                </c:pt>
                <c:pt idx="1">
                  <c:v>2025年度</c:v>
                </c:pt>
                <c:pt idx="2">
                  <c:v>2026年度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4.2</c:v>
                </c:pt>
                <c:pt idx="2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クラウド移行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2024年度</c:v>
                </c:pt>
                <c:pt idx="1">
                  <c:v>2025年度</c:v>
                </c:pt>
                <c:pt idx="2">
                  <c:v>2026年度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</c:v>
                </c:pt>
                <c:pt idx="1">
                  <c:v>1.8</c:v>
                </c:pt>
                <c:pt idx="2">
                  <c:v>0.8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セキュリティ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2024年度</c:v>
                </c:pt>
                <c:pt idx="1">
                  <c:v>2025年度</c:v>
                </c:pt>
                <c:pt idx="2">
                  <c:v>2026年度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1.0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DX・AI基盤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2024年度</c:v>
                </c:pt>
                <c:pt idx="1">
                  <c:v>2025年度</c:v>
                </c:pt>
                <c:pt idx="2">
                  <c:v>2026年度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IT基盤整備 中期計画 2024〜2026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情報システム部　2024年4月策定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</a:rPr>
              <a:t>現状のITシステム課題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229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100584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課題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基幹ERPの老朽化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2008年導入のオンプレERPがEOLを迎え、2026年以降サポート終了の危機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データサイロの深刻化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部門ごとにExcelと個別システムが乱立。全社横断のデータ分析が不可能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セキュリティリスク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ゼロトラスト未対応のネットワーク構成。リモートワーク拡大でリスク増大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開発・運用の非効率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手動デプロイ・テスト。年間リリース回数が競合比で約1/5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</a:rPr>
              <a:t>IT投資計画（2024〜2026年度）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467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投資総額サマリー
2024年度：  6.0億円
2025年度：  8.5億円
2026年度：  5.3億円
────────────
3ヶ年合計：19.8億円
※ ERP刷新が最大項目。
  2026年度以降は
  維持費用のみに移行予定。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