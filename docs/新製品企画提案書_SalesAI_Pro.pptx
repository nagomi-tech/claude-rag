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AI営業支援プラットフォーム「SalesAI Pro」</a:t>
            </a:r>
          </a:p>
          <a:p>
            <a:r>
              <a:t>企画提案書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2024年5月　プロダクト戦略部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市場背景と顧客課題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solidFill>
            <a:srgbClr val="FF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課題1：営業生産性の低下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058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</a:rPr>
              <a:t>営業担当者が資料作成・報告書記入等の非商談業務に週30時間以上費やしている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097280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課題2：顧客情報の分散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</a:rPr>
              <a:t>CRM・メール・議事録・Slackなど複数ツールに情報が散在し、一元管理ができていない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0972800" cy="1097280"/>
          </a:xfrm>
          <a:prstGeom prst="rect">
            <a:avLst/>
          </a:prstGeom>
          <a:solidFill>
            <a:srgbClr val="FF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課題3：予測精度の低さ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56616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</a:rPr>
              <a:t>受注予測は担当者の「勘」に依存。四半期末になるまで着地見通しが不明瞭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79"/>
            <a:ext cx="1097280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005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課題4：育成コストの増大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46319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</a:rPr>
              <a:t>新人営業の一人前化に平均18ヶ月。ベテランのノウハウが属人化している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SalesAI Pro ─ 製品概要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2296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機能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概要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🤖 AI商談アシスト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会議録の自動要約・次アクション提案・提案書ドラフト自動生成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📊 パイプライン分析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機械学習による受注確度スコアリング・受注確度の可視化ダッシュボード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🔗 データ統合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Salesforce / HubSpot / Gmail / Slack / Zoom との双方向連携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📚 ナレッジ共有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ベストプラクティスの自動抽出・新人向けレコメンデーション機能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</a:rPr>
              <a:t>【想定価格】 月額 180,000円〜（ユーザー数・機能に応じて変動）
【リリース目標】 2024年10月（β版） → 2025年1月（正式リリース）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開発ロードマップ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100584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フェーズ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Phase 1（Q3 2024）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Phase 2（Q4 2024）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Phase 3（Q1 2025）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FFFFF"/>
                          </a:solidFill>
                        </a:rPr>
                        <a:t>Phase 4（Q2 2025）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テーマ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基盤構築・MVP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β版リリース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正式リリース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拡張・グローバル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主要機能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AI要約・Slack連携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スコアリング・ダッシュボ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CRM連携全対応・API公開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多言語・海外向けUI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ターゲット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社内PoC（10ユーザー）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選定パートナー5社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国内法人向け一般公開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アジア展開開始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精度検証・フィードバック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β満足度85%以上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初月100社契約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ARR 5億円達成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