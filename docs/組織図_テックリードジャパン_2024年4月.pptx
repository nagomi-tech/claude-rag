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テックリードジャパン 組織図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2024年4月1日改訂版</a:t>
            </a:r>
          </a:p>
          <a:p>
            <a:r>
              <a:t>人事部 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864"/>
                </a:solidFill>
              </a:rPr>
              <a:t>組織図 — 2024年4月1日現在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94360"/>
            <a:ext cx="1188720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組織概要</a:t>
            </a:r>
          </a:p>
          <a:p>
            <a:pPr>
              <a:spcAft>
                <a:spcPts val="800"/>
              </a:spcAft>
            </a:pPr>
            <a:r>
              <a:rPr sz="1300"/>
              <a:t>代表取締役社長 田中一郎のもと、CFO・CTO・営業本部長の3名の執行役員が各部門を統括しています。</a:t>
            </a:r>
          </a:p>
          <a:p>
            <a:pPr>
              <a:spcAft>
                <a:spcPts val="800"/>
              </a:spcAft>
            </a:pPr>
            <a:r>
              <a:rPr sz="1300"/>
              <a:t>技術部門（CTO管轄）、財務部門（CFO管轄）、営業部門（営業本部長管轄）の3ブロック体制です。</a:t>
            </a:r>
          </a:p>
          <a:p>
            <a:pPr>
              <a:spcAft>
                <a:spcPts val="800"/>
              </a:spcAft>
            </a:pPr>
            <a:r>
              <a:rPr sz="1300"/>
              <a:t>各部門長・部署名・チーム人数の詳細は前スライドの組織図画像を参照してください。</a:t>
            </a:r>
          </a:p>
          <a:p>
            <a:pPr>
              <a:spcAft>
                <a:spcPts val="800"/>
              </a:spcAft>
            </a:pPr>
            <a:r>
              <a:rPr sz="1300"/>
              <a:t>2024年4月1日付で組織再編を実施。AI開発部は同年2月設立の新設部門です。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